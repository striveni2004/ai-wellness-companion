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42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254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914400"/>
            <a:ext cx="1645920" cy="164592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97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💚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WELLNESS COMPANION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SERENITY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</a:rPr>
              <a:t>AI-Powered Mental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</a:rPr>
              <a:t>Health Companion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914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Companion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4904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49040" y="2514600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Agentic Assistant for Emotional &amp; Mental Wellness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Survey-Driven Design | Python Automation | Prompt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9DB9"/>
                </a:solidFill>
              </a:rPr>
              <a:t>March 2026  |  Team Wellness  |  AI Tools &amp; Prompt 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|  Problem Statement &amp; Target Audience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7548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7548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754880" cy="411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Rising mental health concerns among students &amp; young adults (18-30)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Lack of accessible, affordable, 24/7 emotional support systems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Stigma around mental health prevents people from seeking help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Existing apps are generic — not personalized to individual needs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No tool that combines mood tracking + financial stress + sleep issues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14400"/>
            <a:ext cx="34747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Target Audience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3291840" cy="594360"/>
          </a:xfrm>
          <a:prstGeom prst="rect">
            <a:avLst/>
          </a:prstGeom>
          <a:solidFill>
            <a:srgbClr val="CAF0F8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Students (18-22)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7647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Academic &amp; exam stress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148840"/>
            <a:ext cx="3291840" cy="594360"/>
          </a:xfrm>
          <a:prstGeom prst="rect">
            <a:avLst/>
          </a:prstGeom>
          <a:solidFill>
            <a:srgbClr val="CAF0F8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176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Young Adults (23-30)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4505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Work pressure &amp; burnout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2834640"/>
            <a:ext cx="3291840" cy="594360"/>
          </a:xfrm>
          <a:prstGeom prst="rect">
            <a:avLst/>
          </a:prstGeom>
          <a:solidFill>
            <a:srgbClr val="CAF0F8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862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Adults (31-40)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136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Financial &amp; social stress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3291840" cy="594360"/>
          </a:xfrm>
          <a:prstGeom prst="rect">
            <a:avLst/>
          </a:prstGeom>
          <a:solidFill>
            <a:srgbClr val="CAF0F8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Anyone 40+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8221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</a:rPr>
              <a:t>Sleep &amp; lifestyle issues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503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💡  Assistant Name: "SERENITY" — Your 24/7 AI Wellness Companion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E8E009-A95A-9D90-F8F4-668C2CD7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4"/>
            <a:ext cx="9144000" cy="513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8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8D7F2-6A20-37B9-6633-363158B0C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2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03  |  Agentic Workflow — Think → Decide → 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840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THINK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7373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Receive user input (mood, stress, symptoms)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NLP analysis of sentiment &amp; intent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Context-aware understanding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Memory of past interactions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DECIDE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49040" y="2423160"/>
            <a:ext cx="17373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Classify stress type &amp; severity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Match to knowledge base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Select appropriate response strategy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Personalize based on user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651760" cy="38404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ACT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2423160"/>
            <a:ext cx="17373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Generate empathetic response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Suggest coping techniques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Trigger automation (reminders, logs)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Escalate to professional if needed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2834640"/>
            <a:ext cx="4572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834640"/>
            <a:ext cx="4572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5216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Python Decision Simulation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937760" cy="3840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937760" cy="347472"/>
          </a:xfrm>
          <a:prstGeom prst="rect">
            <a:avLst/>
          </a:prstGeom>
          <a:solidFill>
            <a:srgbClr val="162D45"/>
          </a:solidFill>
          <a:ln w="12700">
            <a:solidFill>
              <a:srgbClr val="16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7840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🐍  serenity_decision.py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serenity_respond(user_input, profile):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mood = analyze_sentiment(user_input)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stress_type = classify_stress(user_input)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mood == "critical":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escalate_to_professional()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stress_type == "academic":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tips = get_study_tips(profile["age"])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generate_response(tips, tone="calm")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stress_type == "financial":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generate_response(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finance_coping_strategies(),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tone=profile["preferred_tone"]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stress_type == "sleep":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schedule_reminder(user=profile["id"])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sleep_hygiene_advice()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empathetic_response(mood, stress_type)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960120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96012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9601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80760" y="9966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12710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DB9"/>
                </a:solidFill>
              </a:rPr>
              <a:t>Text / voice message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61848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755648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755648"/>
            <a:ext cx="54864" cy="6583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75564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NLP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06654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DB9"/>
                </a:solidFill>
              </a:rPr>
              <a:t>Sentiment + intent detection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414016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2551176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2551176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55117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80760" y="2587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8620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DB9"/>
                </a:solidFill>
              </a:rPr>
              <a:t>Classify stress type &amp; severity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209544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3346704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3346704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3467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80760" y="3383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Response Gen.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3657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DB9"/>
                </a:solidFill>
              </a:rPr>
              <a:t>Tone-matched, empathetic reply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00507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4142232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4142232"/>
            <a:ext cx="54864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422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8076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Feedback Loop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44531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DB9"/>
                </a:solidFill>
              </a:rPr>
              <a:t>Learn from user reactions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|  Prompt Engineering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828800" cy="173736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</a:rPr>
              <a:t>❌  Basic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★★☆☆☆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Quality: 2/5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987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</a:rPr>
              <a:t>📝 Prompt: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26187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feel stressed. Help me."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</a:rPr>
              <a:t>💬 Output: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993392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9DB9"/>
                </a:solidFill>
              </a:rPr>
              <a:t>Generic stress tips without personalization. No tone adaptation. No follow-up questions. May feel robotic or dismissive.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1828800" cy="1737360"/>
          </a:xfrm>
          <a:prstGeom prst="rect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</a:rPr>
              <a:t>✅  Engineered Prompt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Quality: 5/5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</a:rPr>
              <a:t>📝 Prompt: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1363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SERENITY, a compassionate wellness companion. User is a 20-year-old student feeling overwhelmed by exams. Provide a calm, empathetic response with 2 actionable coping strategies, then ask a follow-up question."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</a:rPr>
              <a:t>💬 Output: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867912"/>
            <a:ext cx="6309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9DB9"/>
                </a:solidFill>
              </a:rPr>
              <a:t>Personalized, empathetic response. Age-appropriate advice. Action-oriented. Opens dialogue. Matches Friendly tone.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CAF0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🔑  Key Techniques Used: Role Assignment  |  Few-Shot Examples  |  Chain-of-Thought  |  Persona Framing  |  Constraint Setting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 |  NotebookLM Research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WHO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</a:rPr>
              <a:t>1 in 4 people globally affected by mental health disorders. Depression is leading cause of disability worldwide.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9280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in Mental Health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2402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</a:rPr>
              <a:t>CBT-based chatbots show 30-40% improvement in mild-moderate anxiety. High engagement among 18-30 age group.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871216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9169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App Usage Patterns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218688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</a:rPr>
              <a:t>Users prefer daily micro-interactions (2-5 min) over weekly sessions. Notification reminders boost retention by 60%.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49624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849624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Finding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19709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</a:rPr>
              <a:t>Personalization + empathy + anonymity = highest user satisfaction. SERENITY addresses all three.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914400"/>
            <a:ext cx="292608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960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🔬 NotebookLM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Process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169164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Uploaded 5+ research papers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on mental health &amp; AI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267712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267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2677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Generated audio overview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for quick understanding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843784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8437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Asked targeted questions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about CBT effectiveness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3419856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419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4198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Extracted key statistics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for survey design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3995928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995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995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Validated SERENITY's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approach against research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07  |  Automation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88720" cy="1188720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User Opens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SERENITY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874520"/>
            <a:ext cx="36576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709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280160"/>
            <a:ext cx="1188720" cy="1188720"/>
          </a:xfrm>
          <a:prstGeom prst="ellipse">
            <a:avLst/>
          </a:prstGeom>
          <a:solidFill>
            <a:srgbClr val="0096C7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Enters Mood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Stress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874520"/>
            <a:ext cx="36576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09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1280160"/>
            <a:ext cx="1188720" cy="1188720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 Analyzes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&amp; Classifies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36576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709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280160"/>
            <a:ext cx="1188720" cy="1188720"/>
          </a:xfrm>
          <a:prstGeom prst="ellipse">
            <a:avLst/>
          </a:prstGeom>
          <a:solidFill>
            <a:srgbClr val="48CAE4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3776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Logs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Mood Tracker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874520"/>
            <a:ext cx="36576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709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1188720" cy="1188720"/>
          </a:xfrm>
          <a:prstGeom prst="ellipse">
            <a:avLst/>
          </a:prstGeom>
          <a:solidFill>
            <a:srgbClr val="90E0EF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Personalized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Response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874520"/>
            <a:ext cx="36576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709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1280160"/>
            <a:ext cx="1188720" cy="1188720"/>
          </a:xfrm>
          <a:prstGeom prst="ellipse">
            <a:avLst/>
          </a:prstGeom>
          <a:solidFill>
            <a:srgbClr val="ADE8F4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046720" y="2560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Schedules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Reminders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Automation Stack: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16459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Python Scripts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Decision logic &amp; response generation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48840" y="3794760"/>
            <a:ext cx="16459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19456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Google Forms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9456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Survey collection &amp; data capture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931920" y="3794760"/>
            <a:ext cx="16459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97764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Tableau / Excel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97764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Data visualization &amp; insights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15000" y="3794760"/>
            <a:ext cx="16459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76072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NotebookLM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6072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Research synthesis &amp; knowledge base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98080" y="3794760"/>
            <a:ext cx="164592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54380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Scheduling API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4380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Wellness reminders &amp; push notifications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  |  Branding &amp; Visual Identity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6523" y="758952"/>
            <a:ext cx="228600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371600" cy="137160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💚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0B4D8"/>
                </a:solidFill>
              </a:rPr>
              <a:t>SERENITY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</a:rPr>
              <a:t>Wellness Companion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9DB9"/>
                </a:solidFill>
              </a:rPr>
              <a:t>Your 24/7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9DB9"/>
                </a:solidFill>
              </a:rPr>
              <a:t>Mental Health Ally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Color Palette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325880"/>
            <a:ext cx="4572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2A"/>
                </a:solidFill>
              </a:rPr>
              <a:t>Deep Navy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88920" y="2286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9DB9"/>
                </a:solidFill>
              </a:rPr>
              <a:t>#0D1B2A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474720" y="1325880"/>
            <a:ext cx="4572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2A"/>
                </a:solidFill>
              </a:rPr>
              <a:t>Calm Teal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9DB9"/>
                </a:solidFill>
              </a:rPr>
              <a:t>#00B4D8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0" y="1325880"/>
            <a:ext cx="457200" cy="6400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6908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2A"/>
                </a:solidFill>
              </a:rPr>
              <a:t>Soft Mint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69080" y="2286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9DB9"/>
                </a:solidFill>
              </a:rPr>
              <a:t>#90E0EF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45720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2A"/>
                </a:solidFill>
              </a:rPr>
              <a:t>Warm Gold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09160" y="2286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9DB9"/>
                </a:solidFill>
              </a:rPr>
              <a:t>#F4A261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394960" y="1325880"/>
            <a:ext cx="457200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4924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1B2A"/>
                </a:solidFill>
              </a:rPr>
              <a:t>Growth Green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49240" y="22860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9DB9"/>
                </a:solidFill>
              </a:rPr>
              <a:t>#2DC653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8346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Typography &amp; UX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0175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🔤  Headlines: Calibri Bold — authoritative, clean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📝  Body: Calibri Light — readable, gentle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💻  Code: Consolas — technical precision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🎨  Rounded UI elements — approachable feel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📱  Mobile-first layout — thumb-friendly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1B2A"/>
                </a:solidFill>
              </a:rPr>
              <a:t>♿  WCAG 2.1 AA accessible contrast ratios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914400"/>
            <a:ext cx="2651760" cy="3840480"/>
          </a:xfrm>
          <a:prstGeom prst="rect">
            <a:avLst/>
          </a:prstGeom>
          <a:solidFill>
            <a:srgbClr val="CAF0F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Voice &amp; Tone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146304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4996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Empathetic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Validates feelings first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12140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1579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Non-Judgmental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423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Safe, stigma-free space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277977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816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Action-Oriented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081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Gives practical steps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43814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Hopeful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7398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Future-focused language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409651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Professional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43982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FA5"/>
                </a:solidFill>
              </a:rPr>
              <a:t>When severity demands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09  |  Ethical Considerations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1031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103120" cy="7772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41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Data Privacy &amp; Security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All conversations encrypted end-to-end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No personal data sold to third parties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GDPR &amp; HIPAA compliance by design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User can delete all data anytime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21031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14400"/>
            <a:ext cx="2103120" cy="77724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41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⚕️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1298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</a:rPr>
              <a:t>Not a Medical Device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7830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Clear disclaimer: AI, not a therapist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Escalation protocol for crisis situations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Partnerships with licensed professionals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No diagnostic claims or prescriptions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21031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2103120" cy="77724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41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28032" y="1298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Fairness &amp; Bias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Diverse training data across demographics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Regular bias audits &amp; model testing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Culturally sensitive responses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Inclusive language guidelines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95160" y="914400"/>
            <a:ext cx="21031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914400"/>
            <a:ext cx="2103120" cy="777240"/>
          </a:xfrm>
          <a:prstGeom prst="rect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941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68312" y="1298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653"/>
                </a:solidFill>
              </a:rPr>
              <a:t>Transparency &amp; Trust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7830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Users know they're talking to AI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Explainable AI decision pathways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Regular transparency reports published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</a:rPr>
              <a:t>Open feedback &amp; reporting channels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10  |  Conclusion &amp; Future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7432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✅  What We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SERENITY — AI Wellness Companion for 18-40 age group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Survey-informed, data-driven design decisions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Python-based agentic decision simulation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Advanced prompt engineering for empathetic responses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NotebookLM-backed research foundation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Ethical framework prioritizing user safety &amp; privacy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2743200"/>
          </a:xfrm>
          <a:prstGeom prst="rect">
            <a:avLst/>
          </a:prstGeom>
          <a:solidFill>
            <a:srgbClr val="0A2540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🚀  Future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Voice interface integration for accessibility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Wearable device sync (heart rate, sleep data)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Multi-language support (Telugu, Hindi, English)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Group therapy &amp; peer support features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Clinical partnership for crisis escalation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AR/VR guided meditation experiences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"SERENITY is not just an app — it's a movement toward accessible, empathetic, AI-powered mental healthcare for everyone."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🙏  Thank You  |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1121</Words>
  <Application>Microsoft Office PowerPoint</Application>
  <PresentationFormat>On-screen Show (16:9)</PresentationFormat>
  <Paragraphs>262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Wellness Companion – AI-Powered Mental Health Assistant</dc:title>
  <dc:subject>PptxGenJS Presentation</dc:subject>
  <dc:creator>PptxGenJS</dc:creator>
  <cp:lastModifiedBy>PRAVALIKA DONTHEBOINA</cp:lastModifiedBy>
  <cp:revision>2</cp:revision>
  <dcterms:created xsi:type="dcterms:W3CDTF">2026-03-24T07:15:33Z</dcterms:created>
  <dcterms:modified xsi:type="dcterms:W3CDTF">2026-03-24T07:33:35Z</dcterms:modified>
</cp:coreProperties>
</file>